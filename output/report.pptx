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Hermes V2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# 시장분석 ppt 만들어
자동 생성된 PPT입니다.
- Hermes V2
- Ollama
- Telegram
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Report</dc:title>
  <dc:subject>AI Generated</dc:subject>
  <dc:creator>Hermes V2</dc:creator>
  <cp:lastModifiedBy>Hermes V2</cp:lastModifiedBy>
  <cp:revision>1</cp:revision>
  <dcterms:created xsi:type="dcterms:W3CDTF">2026-07-05T03:57:53Z</dcterms:created>
  <dcterms:modified xsi:type="dcterms:W3CDTF">2026-07-05T03:57:53Z</dcterms:modified>
</cp:coreProperties>
</file>