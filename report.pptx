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애플 최신 주가와 뉴스 동향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Apple의 혁신적인 제품과 서비스: iPhone, iPad, Apple Watch, Mac, Apple TV 등</a:t>
            </a:r>
          </a:p>
          <a:p>
            <a:r>
              <a:t>Apple Store 온라인에서 다양한 혜택을 누릴 수 있음</a:t>
            </a:r>
          </a:p>
          <a:p>
            <a:r>
              <a:t>Apple Store에서 애플 제품 외에도 후디, 티셔츠 등의 굿즈 구매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